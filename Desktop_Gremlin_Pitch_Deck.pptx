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5912" cy="51206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 MULTIPLAYER WEB PRANK APPLICATION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19202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Gremlin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Real-Time Multiplayer Prank App with 3D Face Puppetry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your webcam into an interactive 3D gremlin avatar. Wander into your friend's simulated desktop, steal icons, slam windows, and unleash delightful mischief.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4754880"/>
            <a:ext cx="2194560" cy="41148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4754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</a:rPr>
              <a:t>Three.js 3D Engine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4754880"/>
            <a:ext cx="237744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4754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MediaPipe FaceMesh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4754880"/>
            <a:ext cx="2011680" cy="411480"/>
          </a:xfrm>
          <a:prstGeom prst="roundRect">
            <a:avLst/>
          </a:prstGeom>
          <a:solidFill>
            <a:srgbClr val="581C8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4754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B4FE"/>
                </a:solidFill>
              </a:rPr>
              <a:t>Socket.IO Relay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Online Hangouts Lost Their Playfulness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10712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37360"/>
            <a:ext cx="1463040" cy="320040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FAFB"/>
                </a:solidFill>
              </a:rPr>
              <a:t>PASSIVE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</a:rPr>
              <a:t>Static Video Calls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Discord, Zoom, and Meet are built for conferencing. Screen-sharing is rigid, one-sided, and business-focused with zero playful co-presence.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410712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737360"/>
            <a:ext cx="1463040" cy="32004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FAFB"/>
                </a:solidFill>
              </a:rPr>
              <a:t>FRICTION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28600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</a:rPr>
              <a:t>Heavy Gaming Friction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92608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Most multiplayer party games demand Steam downloads, gigabyte installations, account creation, or paid subscriptions just to have 5 minutes of fun.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410712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737360"/>
            <a:ext cx="1463040" cy="32004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FAFB"/>
                </a:solidFill>
              </a:rPr>
              <a:t>DISCONNECTED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1040" y="228600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</a:rPr>
              <a:t>Boring Virtual Avatars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2926080"/>
            <a:ext cx="286207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Existing avatar tools (VTubers, Memojis) live in their own boxed windows. They can't interact with the other user's workspace or environment.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A Live Interactive Screen Invasion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Zero Setup, Instant Chaos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9FAFB"/>
                </a:solidFill>
              </a:rPr>
              <a:t>• Instant Peer Access: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Generate a 6-digit room code and start playing in 3 seconds directly in any browser.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9FAFB"/>
                </a:solidFill>
              </a:rPr>
              <a:t>• Simulated Retro Desktop: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Safe sandbox environment featuring draggable icons, system folders, and fake active windows.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9FAFB"/>
                </a:solidFill>
              </a:rPr>
              <a:t>• Playful Prank Mechanics: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Visitor controls the gremlin to rearrange files, slam active windows shut, and surprise the host.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303520" cy="2103120"/>
          </a:xfrm>
          <a:prstGeom prst="roundRect">
            <a:avLst/>
          </a:prstGeom>
          <a:solidFill>
            <a:srgbClr val="1F293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👤 THE HOST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Shares room code &amp; displays simulated desktop canvas. Watches in real time as their friend's face-controlled avatar invades their workspace.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3749040"/>
            <a:ext cx="5303520" cy="2103120"/>
          </a:xfrm>
          <a:prstGeom prst="roundRect">
            <a:avLst/>
          </a:prstGeom>
          <a:solidFill>
            <a:srgbClr val="1F2937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931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🕹️ THE VISITOR (GREMLIN)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42976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Joins via code. Pilots the gremlin using webcam face tracking + WASD keyboard controls. Sees live mirror feedback and a remote desktop radar view.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TECH FEATURE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Breakthrough: Real-Time 3D Face Puppetry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212080" cy="20574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COMPUTER VISION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</a:rPr>
              <a:t>MediaPipe 468-Point Mesh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Runs client-side in WebAssembly. Extracts 3D facial landmarks at 60 FPS with zero server GPU overhead or lag.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212080" cy="20574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REAL-TIME POSE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</a:rPr>
              <a:t>Full Euler Head Rotation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Calculates Yaw (turning), Pitch (nodding), and Roll (tilting) with lerp-based stabilization to eliminate webcam jitter.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703320"/>
            <a:ext cx="5212080" cy="20574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8862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EXPRESSIVE RIG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4160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</a:rPr>
              <a:t>Articulated Jaw &amp; Fangs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5720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Dynamic lower jaw hinge rotates down when user opens mouth, revealing cartoon teeth and goblin fangs.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703320"/>
            <a:ext cx="5212080" cy="20574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8862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CHARACTER LIFE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160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</a:rPr>
              <a:t>Blinking &amp; Pointed Ears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5720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Hemisphere eyelid shells track real user blinks, while oversized goblin ears wiggle naturally with head tilt.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 Sub-30ms Real-Time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1460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373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</a:rPr>
              <a:t>Webcam Ingestion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2057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MediaPipe FaceMesh tracks face landmarks via getUserMedia at ~30 FPS on Visitor client.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51460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7373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2286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</a:rPr>
              <a:t>Pose Vectorization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2926080"/>
            <a:ext cx="2057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Translates coordinates into Euler angles (yaw/pitch/roll), mouth openness %, and eye blinks.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51460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46520" y="2286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</a:rPr>
              <a:t>Socket.IO Relay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926080"/>
            <a:ext cx="2057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Node.js WebSocket server routes ephemeral session packets between Host &amp; Visitor.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1463040"/>
            <a:ext cx="251460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17373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89720" y="22860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</a:rPr>
              <a:t>Three.js Render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89720" y="2926080"/>
            <a:ext cx="2057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Host desktop Three.js WebGL layer renders 3D head smoothly floating over 2D canvas.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Design Decisions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10712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2862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FRONTEND ENGINE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286207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FAFB"/>
                </a:solidFill>
              </a:rPr>
              <a:t>• Three.js r128 (WebGL procedural rendering)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FAFB"/>
                </a:solidFill>
              </a:rPr>
              <a:t>• HTML5 2D Canvas (Retro desktop &amp; windows)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FAFB"/>
                </a:solidFill>
              </a:rPr>
              <a:t>• MediaPipe FaceMesh (Vision tasks in WASM)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FAFB"/>
                </a:solidFill>
              </a:rPr>
              <a:t>• Vanilla JS (Zero framework bundle bloat)
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410712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737360"/>
            <a:ext cx="2862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BACKEND &amp; NETWORKING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2286000"/>
            <a:ext cx="286207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FAFB"/>
                </a:solidFill>
              </a:rPr>
              <a:t>• Node.js + Express (Lightweight server)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FAFB"/>
                </a:solidFill>
              </a:rPr>
              <a:t>• Socket.IO 4.6 (Bidirectional event relay)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FAFB"/>
                </a:solidFill>
              </a:rPr>
              <a:t>• Auto Port Fallback (EADDRINUSE auto-recovery)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FAFB"/>
                </a:solidFill>
              </a:rPr>
              <a:t>• In-Memory Room Store (Zero DB overhead)
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410712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737360"/>
            <a:ext cx="2862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DEPLOYABILITY &amp; RESILIENCE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2286000"/>
            <a:ext cx="2862072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FAFB"/>
                </a:solidFill>
              </a:rPr>
              <a:t>• Deployable on Render, Railway, or Glitch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FAFB"/>
                </a:solidFill>
              </a:rPr>
              <a:t>• ngrok tunneling for instant internet demo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FAFB"/>
                </a:solidFill>
              </a:rPr>
              <a:t>• Fallback Simulation Mode: Mouse &amp; Keys work if camera is denied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FAFB"/>
                </a:solidFill>
              </a:rPr>
              <a:t>• Zero 3D asset lag (Procedural Three.js geometry)
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 &amp; Completed Milestones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10712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37360"/>
            <a:ext cx="1645920" cy="274320"/>
          </a:xfrm>
          <a:prstGeom prst="roundRect">
            <a:avLst/>
          </a:prstGeom>
          <a:solidFill>
            <a:srgbClr val="064E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100% COMPLETE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PHASE 1 (COMPLETED)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286207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✅ 6-Digit Ephemeral Room codes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✅ Real-time Socket.IO synchronization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✅ Simulated Desktop &amp; Draggable Icons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✅ Interactive Window Close system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✅ WASD &amp; Click-to-move input
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410712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737360"/>
            <a:ext cx="1645920" cy="27432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DELIVERED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2103120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PHASE 2 (NEWLY BUILT)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560320"/>
            <a:ext cx="286207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✅ Three.js 3D Gremlin Head Model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✅ MediaPipe FaceMesh webcam tracking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✅ Euler head rotation (Yaw/Pitch/Roll)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✅ Articulated jaw &amp; blinking eyelids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✅ Auto port collision fallback (3000 -&gt; 3001+)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✅ Live Visitor 3D Avatar mirror preview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1FAE5"/>
                </a:solidFill>
              </a:rPr>
              <a:t>✅ Fallback Interactive Simulation mode
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410712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737360"/>
            <a:ext cx="1645920" cy="274320"/>
          </a:xfrm>
          <a:prstGeom prst="roundRect">
            <a:avLst/>
          </a:prstGeom>
          <a:solidFill>
            <a:srgbClr val="581C87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B4FE"/>
                </a:solidFill>
              </a:rPr>
              <a:t>PLANNED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0" y="2103120"/>
            <a:ext cx="2862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PHASE 3 (NEXT STEPS)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560320"/>
            <a:ext cx="286207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⏳ Confetti burst particle explosion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⏳ Screen shake CSS feedback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⏳ Mischievous sound FX &amp; audio cues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⏳ WebXR AR Mode (Gremlin on desk)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⏳ Twitch / Streamer interactive bot
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 &amp; Viral Potential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10712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🎮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</a:rPr>
              <a:t>Casual Hangouts &amp; Pranks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286207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Friends on Discord, FaceTime, or Zoom can send a 6-digit code for quick 2-minute prank sessions during breaks.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410712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737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📺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63440" y="256032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</a:rPr>
              <a:t>Streamers &amp; Content Creators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286207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Twitch and YouTube streamers can allow subscribers or guests to control a 3D desktop gremlin live during broadcast.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410712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737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🏢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321040" y="2560320"/>
            <a:ext cx="2862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</a:rPr>
              <a:t>Remote Team Icebreakers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3200400"/>
            <a:ext cx="286207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Creative agencies, design teams, and tech standups use it as a playful 5-minute team warm-up activity.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5912" cy="51206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READY TO CAUSE SOME MISCHIEF?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</a:rPr>
              <a:t>Experience Desktop Gremlin Live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2834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The web-based multiplayer prank app where your face becomes a 3D avatar living on your friend's screen.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3474720"/>
            <a:ext cx="9445752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3657600"/>
            <a:ext cx="8869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59E0B"/>
                </a:solidFill>
              </a:rPr>
              <a:t>1. Run locally: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9FAFB"/>
                </a:solidFill>
              </a:rPr>
              <a:t>npm start  ➔  Auto-selects open port (3000, 3001, etc.)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59E0B"/>
                </a:solidFill>
              </a:rPr>
              <a:t>2. Host Session: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9FAFB"/>
                </a:solidFill>
              </a:rPr>
              <a:t>Open displayed terminal URL, click 'Host a Session'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59E0B"/>
                </a:solidFill>
              </a:rPr>
              <a:t>3. Join &amp; Track: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9FAFB"/>
                </a:solidFill>
              </a:rPr>
              <a:t>Enter code, click '📷 Enable Camera', and control the 3D Gremlin Head with your face!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Desktop Gremlin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Desktop Gremlin - Pitch Deck</dc:title>
  <dc:subject>PptxGenJS Presentation</dc:subject>
  <dc:creator>AI Creative Enterprise Team</dc:creator>
  <cp:lastModifiedBy>AI Creative Enterprise Team</cp:lastModifiedBy>
  <cp:revision>1</cp:revision>
  <dcterms:created xsi:type="dcterms:W3CDTF">2026-09-17T23:48:43Z</dcterms:created>
  <dcterms:modified xsi:type="dcterms:W3CDTF">2026-09-17T23:48:43Z</dcterms:modified>
</cp:coreProperties>
</file>